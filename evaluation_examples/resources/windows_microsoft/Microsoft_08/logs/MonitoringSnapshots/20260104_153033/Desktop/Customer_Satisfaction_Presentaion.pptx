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4A6FF-8614-4CB3-BE7A-452A091CB470}" v="7" dt="2026-01-04T07:29:51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riteam\Desktop\Customer_Satisfaction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 Satisfaction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Customer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Sheet1!$A$2:$A$9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5</c:v>
                </c:pt>
                <c:pt idx="4">
                  <c:v>1</c:v>
                </c:pt>
                <c:pt idx="5">
                  <c:v>7</c:v>
                </c:pt>
                <c:pt idx="6">
                  <c:v>6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8-41B4-B3D0-4B013F7DB502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Service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78-41B4-B3D0-4B013F7DB502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Quality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78-41B4-B3D0-4B013F7DB502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Value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val>
            <c:numRef>
              <c:f>Sheet1!$D$2:$D$9</c:f>
              <c:numCache>
                <c:formatCode>General</c:formatCode>
                <c:ptCount val="8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78-41B4-B3D0-4B013F7DB502}"/>
            </c:ext>
          </c:extLst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Average Score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val>
            <c:numRef>
              <c:f>Sheet1!$E$2:$E$9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78-41B4-B3D0-4B013F7DB5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9124224"/>
        <c:axId val="919133344"/>
      </c:radarChart>
      <c:catAx>
        <c:axId val="9191242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133344"/>
        <c:crosses val="autoZero"/>
        <c:auto val="1"/>
        <c:lblAlgn val="ctr"/>
        <c:lblOffset val="100"/>
        <c:noMultiLvlLbl val="0"/>
      </c:catAx>
      <c:valAx>
        <c:axId val="919133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124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CD5A-95CF-06B1-C2A3-A993848AA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AA426-844B-706E-9B8C-3DBF11843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B53CB-2B84-6C23-616B-9E35FFC1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7FCA7-9885-6E46-29EC-E80D7FAA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DE47-32B7-DB33-D368-21351603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2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3A43-0490-F4D8-DEFE-61D86FC8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4519B-6A59-6995-26AB-72205EE7B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91BCB-927B-D0BC-5E0E-7687F860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5B1E2-01FF-6E88-0620-62D97FE1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BBE9-6E8F-B7C4-9224-467CE3C9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4880-D2F4-E9F4-EBA1-6E796E2D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1AC8-1216-9273-DA03-2FC275B50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444D-57B6-A709-510A-55E992AF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D192-24E5-A9B1-63B5-026037CB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BFB37-2150-314A-0DA8-8C8C25F6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5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5E42-FFCF-0FD1-43AD-8A491752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0216-05AD-C6A2-22B9-C7E0CAD5B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D25B-2D6F-865F-F6F3-B7ABFC2B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347FF-972B-1395-0F6E-98B10D7E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82BB6-5966-D7C9-9F1E-EBBBF5CD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2CE8-F12C-EE28-920C-315DAE6B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EAC4-A0D5-82E5-0A00-ECD7FB02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6AB97-6A79-9D6E-E8E9-327C82523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595AF-1B9B-BEC5-7631-5FE4022E3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4D93B-B62D-3D9B-8F62-20EBB300F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4379DA-7F7A-DEC8-EDD0-C7ED2C828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B4C572-2E6B-A7A3-1EE7-5BD2DBF7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D9AC8-2FB6-D659-F282-16190D91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2954D-2548-7F5F-CA6D-AD23639F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1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3EC2-19AC-AE6E-2DD7-962E6484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5B909-3CF9-3EB8-CE7A-7E23FB0D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916F3-0871-9913-30C6-BB03DEA23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5431A-99B7-921E-BC69-6F4AF2AC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6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18982-CE7A-91AB-FA42-E1005820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A1272-7444-772B-70FD-77B037AF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EAFFD-9DFA-9BAE-AFEC-7E8A9098B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6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24FE-2B89-21D7-F7EE-F50BB686D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0537-DB9F-4132-A83E-7B4A47849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72A1B-7F06-A175-13CF-DC72D7D55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E0E0D-6037-370A-82F3-DEC50B0F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2C11F-1168-6CB6-C5EF-154E5605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4A00C-862D-75CB-17B8-49C550FA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8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37EA-87EC-1B00-9851-27F78522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7F2B83-0123-BF86-682A-9EAC4181B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AAD0E-A690-B582-3C90-105D513A3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B318E-163C-8BAF-92FA-F9C6CBD5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58CE9-4746-A77D-139D-36514D85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657E6-6D76-FD79-8971-F8BA3FA9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9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9B37-5F6C-8863-0383-E48139FB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FB024-93B3-DAA0-B14D-0D48DEDB6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8C7D-8D35-2FD9-4586-F9CB369A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328EE-B5FD-FF97-C8D1-26D878C6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EBD37-7578-E84E-1F17-ECB17680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1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EFEAE-E01A-4F5C-D823-8D4FA76A7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DFCCA-ACC2-D629-850D-2A55EAEA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8238F-8430-142C-2D42-760F6CF43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24A92-90F2-A62E-99E4-DB953F42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27DDE-AEF0-5420-1991-69CBB398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8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3324E-287D-C487-B857-90812CE3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AADB0-8AC1-7059-34CD-0058F6A85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4F37-D305-B19B-C98C-10F57F329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C5B3E-B860-4142-A875-EF92F9EF19B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6CF1C-6728-36E5-E1B2-2F6F1319C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E5F64-688A-9AAE-3C66-6CC75CE05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8C671-D04A-47F5-A405-F369E264F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09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file:///C:\Users\veriteam\Desktop\Customer_Satisfaction_Data.xlsx!Sheet1!R1C1:R9C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48FA-9548-59DC-1282-A1E698E32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Satisfaction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96DC1-CA37-6B31-C502-D181F7FE7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Survey Results Overview</a:t>
            </a:r>
          </a:p>
        </p:txBody>
      </p:sp>
    </p:spTree>
    <p:extLst>
      <p:ext uri="{BB962C8B-B14F-4D97-AF65-F5344CB8AC3E}">
        <p14:creationId xmlns:p14="http://schemas.microsoft.com/office/powerpoint/2010/main" val="202940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E63B-F1F6-7C4D-0126-4CB6B12D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E879A-BA9C-9E80-885E-9E63352AA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9884A86-5769-15B8-B94A-7A51224FE8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484759"/>
              </p:ext>
            </p:extLst>
          </p:nvPr>
        </p:nvGraphicFramePr>
        <p:xfrm>
          <a:off x="838201" y="2351088"/>
          <a:ext cx="7067550" cy="3845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19393" imgH="2152650" progId="Excel.Sheet.12">
                  <p:link updateAutomatic="1"/>
                </p:oleObj>
              </mc:Choice>
              <mc:Fallback>
                <p:oleObj name="Worksheet" r:id="rId2" imgW="3619393" imgH="215265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1" y="2351088"/>
                        <a:ext cx="7067550" cy="3845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721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8B95-8E5E-B7FB-9151-DAC83189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Satisfaction Comparison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EF7CA4-22E9-8435-4593-60FD46F23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53983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54432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C:\Users\veriteam\Desktop\Customer_Satisfaction_Data.xlsx!Sheet1!R1C1:R9C5</vt:lpstr>
      <vt:lpstr>Customer Satisfaction Report</vt:lpstr>
      <vt:lpstr>Survey Data Overview</vt:lpstr>
      <vt:lpstr>Satisfaction Comparison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 Wong</dc:creator>
  <cp:lastModifiedBy>Geo Wong</cp:lastModifiedBy>
  <cp:revision>2</cp:revision>
  <dcterms:created xsi:type="dcterms:W3CDTF">2026-01-04T07:23:31Z</dcterms:created>
  <dcterms:modified xsi:type="dcterms:W3CDTF">2026-01-04T07:30:31Z</dcterms:modified>
</cp:coreProperties>
</file>