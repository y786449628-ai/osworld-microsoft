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1" autoAdjust="0"/>
    <p:restoredTop sz="94660"/>
  </p:normalViewPr>
  <p:slideViewPr>
    <p:cSldViewPr snapToGrid="0">
      <p:cViewPr varScale="1">
        <p:scale>
          <a:sx n="56" d="100"/>
          <a:sy n="56" d="100"/>
        </p:scale>
        <p:origin x="78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3CFA1-6839-150B-D5E5-F08D876CF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CEF01-4B64-439C-B1AC-314A5CE27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0ABC9-ABAA-E27A-3E15-AC13ED79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22E01-754D-E2A4-6591-4149378E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9744C-5A4D-32A2-660F-F2ABF718C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D6AB-5818-B3EE-1382-7581ABDF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82CB-E558-C85A-CECA-B3D046D8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26CE9-FA2C-0658-B5CB-AEA33F9E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F42CB-287E-D2B4-A4E4-EEBD599F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4E843-C79C-A4E7-AC35-AD2BA826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83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03B4-9FA9-184C-9A79-19AE1C96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23F34-DD22-D87C-F7E5-AD295F6AB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EC85-63B4-8655-1033-3697A6ADE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7C53-E403-41D1-9DB1-635B2F1E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5B02-BD5D-CC00-9A8C-F6C6C0F7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D771-11A7-AF41-D0F1-C24A1659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04D64-E8F4-31FA-E0F8-C71A4751E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B6043-EC53-7529-9485-0D747F508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AA36A-FDA5-E864-C53A-FD8C5C914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21168-1EBD-B777-37C8-EC3157A0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9CA61-DFD9-7746-6BE0-12C3C18E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67FA-6C0C-FB41-49C8-A5C0054E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BF8CD-6483-7D46-0A27-31C5223CF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FA230-3439-91C9-BE0C-2356B2050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BB540-48D5-DC12-6879-717271B6C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B2C19-0A72-CB6A-AA6F-39C394DAD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CDE4C0-BA3C-69EC-B4A9-D56B0538C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1C85D0-A660-B5B9-284B-C4D69FFD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6338B-EB33-A19E-63CE-0F26E353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6CD6-FAE6-8AF1-E92E-165A8523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C18BDD-DA8B-1E8F-B0AC-AD212B60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EC2E-CEEB-7828-B6C9-A5A8ADC7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55D96-9817-DD9D-B3B7-889C2884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CE7E4-9377-BD6D-438C-A01650FB2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93567F-8718-7876-D834-5E92A43F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6558F-C8E2-B61B-0EAB-7B1CBC32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2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5603-B781-95C3-244B-13C0DD8D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242D5-2A23-3BBE-D927-4637AA4C0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1680C-14AF-2CE3-8051-AD3DA4FFA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95A9-1EBA-9342-8D1C-42DC4754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BE484-E931-718B-76E7-37FEA09F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D9ECA-965D-140E-B235-7E5223B7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1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A4ED-D378-6A4B-CAC9-A9BF4531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EAB61-A007-D2A2-0911-6283FC704E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F5D71-C19E-C9FF-ABB1-AD70A9ABA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1F025-9311-18C0-5480-F72D7B73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D35D0-9F1C-41FB-E1FE-C7017DDF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78FA0-DE70-E9B3-D0AA-138BF1C40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68A1B-89E5-9953-19FB-686397CD6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483DB8-52E8-5231-AB69-4A81BB4E4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6975A-F67A-F133-3B55-501F24F9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C6E4-F527-3DDA-0FD7-A2C4F4DB3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E56D-9E73-2D3C-3FB6-A887533D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1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14038-05C2-1D03-9733-74C570477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8894F-4EF3-01DB-F9DE-738E8CC97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64E7F-89AE-065F-EDD8-C10DD284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094D-BBCB-901F-D722-A9A03B4D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50A35-0197-943D-FCF8-CAD03809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1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0D039-3A22-A0F1-8940-4B64225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80D7C-D08C-71CF-710F-22365088E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C0015-4BA9-9484-2A60-11E1C8A14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13C6B-D314-4B46-A52B-F9E8D6A0DCB5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B674E-7110-460E-FC4C-47059CC9C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A1D61-7B12-88A0-5B74-B95ADA039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C2494-0181-4B2C-80D4-A6F93617C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6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40D3B-F268-6500-74CA-23ACD8A13C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9073BD-8533-632B-F194-DDD7AD298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00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 Wong</dc:creator>
  <cp:lastModifiedBy>Geo Wong</cp:lastModifiedBy>
  <cp:revision>1</cp:revision>
  <dcterms:created xsi:type="dcterms:W3CDTF">2025-12-30T10:58:32Z</dcterms:created>
  <dcterms:modified xsi:type="dcterms:W3CDTF">2025-12-30T10:59:06Z</dcterms:modified>
</cp:coreProperties>
</file>