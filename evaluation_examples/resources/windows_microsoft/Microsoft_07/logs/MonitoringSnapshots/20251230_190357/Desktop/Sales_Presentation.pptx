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31" autoAdjust="0"/>
    <p:restoredTop sz="94660"/>
  </p:normalViewPr>
  <p:slideViewPr>
    <p:cSldViewPr snapToGrid="0">
      <p:cViewPr varScale="1">
        <p:scale>
          <a:sx n="77" d="100"/>
          <a:sy n="77" d="100"/>
        </p:scale>
        <p:origin x="120" y="15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/>
              <a:t>Quarterly Sales Chart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Product A</c:v>
                </c:pt>
                <c:pt idx="1">
                  <c:v>Product B</c:v>
                </c:pt>
                <c:pt idx="2">
                  <c:v>Product C</c:v>
                </c:pt>
                <c:pt idx="3">
                  <c:v>Product 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230</c:v>
                </c:pt>
                <c:pt idx="1">
                  <c:v>180</c:v>
                </c:pt>
                <c:pt idx="2">
                  <c:v>190</c:v>
                </c:pt>
                <c:pt idx="3">
                  <c:v>210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59D-4D98-91B0-24AFA18EDC6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Product A</c:v>
                </c:pt>
                <c:pt idx="1">
                  <c:v>Product B</c:v>
                </c:pt>
                <c:pt idx="2">
                  <c:v>Product C</c:v>
                </c:pt>
                <c:pt idx="3">
                  <c:v>Product 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310</c:v>
                </c:pt>
                <c:pt idx="1">
                  <c:v>295</c:v>
                </c:pt>
                <c:pt idx="2">
                  <c:v>205</c:v>
                </c:pt>
                <c:pt idx="3">
                  <c:v>270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59D-4D98-91B0-24AFA18EDC6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Q3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Product A</c:v>
                </c:pt>
                <c:pt idx="1">
                  <c:v>Product B</c:v>
                </c:pt>
                <c:pt idx="2">
                  <c:v>Product C</c:v>
                </c:pt>
                <c:pt idx="3">
                  <c:v>Product D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290</c:v>
                </c:pt>
                <c:pt idx="1">
                  <c:v>310</c:v>
                </c:pt>
                <c:pt idx="2">
                  <c:v>300</c:v>
                </c:pt>
                <c:pt idx="3">
                  <c:v>260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59D-4D98-91B0-24AFA18EDC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15392224"/>
        <c:axId val="1915395104"/>
      </c:barChart>
      <c:catAx>
        <c:axId val="19153922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15395104"/>
        <c:crosses val="autoZero"/>
        <c:auto val="1"/>
        <c:lblAlgn val="ctr"/>
        <c:lblOffset val="100"/>
        <c:noMultiLvlLbl val="0"/>
      </c:catAx>
      <c:valAx>
        <c:axId val="19153951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153922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3CFA1-6839-150B-D5E5-F08D876CFA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0CEF01-4B64-439C-B1AC-314A5CE277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0ABC9-ABAA-E27A-3E15-AC13ED799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13C6B-D314-4B46-A52B-F9E8D6A0DCB5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822E01-754D-E2A4-6591-4149378EB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B9744C-5A4D-32A2-660F-F2ABF718C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C2494-0181-4B2C-80D4-A6F93617C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561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9D6AB-5818-B3EE-1382-7581ABDF2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C82CB-E558-C85A-CECA-B3D046D87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326CE9-FA2C-0658-B5CB-AEA33F9E0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13C6B-D314-4B46-A52B-F9E8D6A0DCB5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6F42CB-287E-D2B4-A4E4-EEBD599FE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C4E843-C79C-A4E7-AC35-AD2BA8263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C2494-0181-4B2C-80D4-A6F93617C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832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903B4-9FA9-184C-9A79-19AE1C969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23F34-DD22-D87C-F7E5-AD295F6AB2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AEC85-63B4-8655-1033-3697A6ADE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13C6B-D314-4B46-A52B-F9E8D6A0DCB5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177C53-E403-41D1-9DB1-635B2F1E1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035B02-BD5D-CC00-9A8C-F6C6C0F73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C2494-0181-4B2C-80D4-A6F93617C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603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3D771-11A7-AF41-D0F1-C24A16597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04D64-E8F4-31FA-E0F8-C71A4751EA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FB6043-EC53-7529-9485-0D747F5083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2AA36A-FDA5-E864-C53A-FD8C5C914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13C6B-D314-4B46-A52B-F9E8D6A0DCB5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421168-1EBD-B777-37C8-EC3157A0F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39CA61-DFD9-7746-6BE0-12C3C18E6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C2494-0181-4B2C-80D4-A6F93617C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968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767FA-6C0C-FB41-49C8-A5C0054EF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1BF8CD-6483-7D46-0A27-31C5223CFF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1FA230-3439-91C9-BE0C-2356B2050B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9BB540-48D5-DC12-6879-717271B6C0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2B2C19-0A72-CB6A-AA6F-39C394DADF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CDE4C0-BA3C-69EC-B4A9-D56B0538C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13C6B-D314-4B46-A52B-F9E8D6A0DCB5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1C85D0-A660-B5B9-284B-C4D69FFD7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16338B-EB33-A19E-63CE-0F26E3538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C2494-0181-4B2C-80D4-A6F93617C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29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C6CD6-FAE6-8AF1-E92E-165A85239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C18BDD-DA8B-1E8F-B0AC-AD212B605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13C6B-D314-4B46-A52B-F9E8D6A0DCB5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A0EC2E-CEEB-7828-B6C9-A5A8ADC70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055D96-9817-DD9D-B3B7-889C28846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C2494-0181-4B2C-80D4-A6F93617C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50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BCE7E4-9377-BD6D-438C-A01650FB2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13C6B-D314-4B46-A52B-F9E8D6A0DCB5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93567F-8718-7876-D834-5E92A43FC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C6558F-C8E2-B61B-0EAB-7B1CBC32B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C2494-0181-4B2C-80D4-A6F93617C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827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D5603-B781-95C3-244B-13C0DD8D0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242D5-2A23-3BBE-D927-4637AA4C0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41680C-14AF-2CE3-8051-AD3DA4FFAD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DF95A9-1EBA-9342-8D1C-42DC4754D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13C6B-D314-4B46-A52B-F9E8D6A0DCB5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7BE484-E931-718B-76E7-37FEA09FE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0D9ECA-965D-140E-B235-7E5223B71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C2494-0181-4B2C-80D4-A6F93617C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314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A4ED-D378-6A4B-CAC9-A9BF45310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EAB61-A007-D2A2-0911-6283FC704E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4F5D71-C19E-C9FF-ABB1-AD70A9ABAC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11F025-9311-18C0-5480-F72D7B73C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13C6B-D314-4B46-A52B-F9E8D6A0DCB5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ED35D0-9F1C-41FB-E1FE-C7017DDFA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E78FA0-DE70-E9B3-D0AA-138BF1C40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C2494-0181-4B2C-80D4-A6F93617C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51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68A1B-89E5-9953-19FB-686397CD6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483DB8-52E8-5231-AB69-4A81BB4E4F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A6975A-F67A-F133-3B55-501F24F9B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13C6B-D314-4B46-A52B-F9E8D6A0DCB5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DDC6E4-F527-3DDA-0FD7-A2C4F4DB3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D6E56D-9E73-2D3C-3FB6-A887533DC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C2494-0181-4B2C-80D4-A6F93617C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614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D14038-05C2-1D03-9733-74C570477A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68894F-4EF3-01DB-F9DE-738E8CC975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64E7F-89AE-065F-EDD8-C10DD2843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13C6B-D314-4B46-A52B-F9E8D6A0DCB5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AD094D-BBCB-901F-D722-A9A03B4D9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750A35-0197-943D-FCF8-CAD038098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C2494-0181-4B2C-80D4-A6F93617C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415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10D039-3A22-A0F1-8940-4B642258E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180D7C-D08C-71CF-710F-22365088E6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5C0015-4BA9-9484-2A60-11E1C8A14D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413C6B-D314-4B46-A52B-F9E8D6A0DCB5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0B674E-7110-460E-FC4C-47059CC9C3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A1D61-7B12-88A0-5B74-B95ADA0392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CC2494-0181-4B2C-80D4-A6F93617C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169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40D3B-F268-6500-74CA-23ACD8A13C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9073BD-8533-632B-F194-DDD7AD298D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4004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9A320C9-9735-4D13-8279-C1C674841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2544CF4-9B52-4A7B-A4B3-88C72729B7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7126"/>
            <a:ext cx="11167447" cy="2018806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75862C5-5C00-4421-BC7B-9B7B86DBC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CC2EEA-871A-573A-7686-D05CAE56C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/>
              <a:t>Sales Summary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9440EF-9BE9-4AE9-8C28-00B02296C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75BCF61-4D5D-0F7A-4FF8-3B78A241E7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0884345"/>
              </p:ext>
            </p:extLst>
          </p:nvPr>
        </p:nvGraphicFramePr>
        <p:xfrm>
          <a:off x="1669668" y="2663627"/>
          <a:ext cx="9059928" cy="3206115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180599959"/>
                    </a:ext>
                  </a:extLst>
                </a:gridCol>
                <a:gridCol w="1650564">
                  <a:extLst>
                    <a:ext uri="{9D8B030D-6E8A-4147-A177-3AD203B41FA5}">
                      <a16:colId xmlns:a16="http://schemas.microsoft.com/office/drawing/2014/main" val="1133310439"/>
                    </a:ext>
                  </a:extLst>
                </a:gridCol>
                <a:gridCol w="1650564">
                  <a:extLst>
                    <a:ext uri="{9D8B030D-6E8A-4147-A177-3AD203B41FA5}">
                      <a16:colId xmlns:a16="http://schemas.microsoft.com/office/drawing/2014/main" val="2000776146"/>
                    </a:ext>
                  </a:extLst>
                </a:gridCol>
                <a:gridCol w="1650564">
                  <a:extLst>
                    <a:ext uri="{9D8B030D-6E8A-4147-A177-3AD203B41FA5}">
                      <a16:colId xmlns:a16="http://schemas.microsoft.com/office/drawing/2014/main" val="320006924"/>
                    </a:ext>
                  </a:extLst>
                </a:gridCol>
                <a:gridCol w="2012736">
                  <a:extLst>
                    <a:ext uri="{9D8B030D-6E8A-4147-A177-3AD203B41FA5}">
                      <a16:colId xmlns:a16="http://schemas.microsoft.com/office/drawing/2014/main" val="3179797466"/>
                    </a:ext>
                  </a:extLst>
                </a:gridCol>
              </a:tblGrid>
              <a:tr h="64122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33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Product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2857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33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Q1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2857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33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Q2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2857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33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Q3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2857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33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2857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1214283"/>
                  </a:ext>
                </a:extLst>
              </a:tr>
              <a:tr h="64122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3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Product A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2857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3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230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2857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3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310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2857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3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290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2857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3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830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2857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8434943"/>
                  </a:ext>
                </a:extLst>
              </a:tr>
              <a:tr h="64122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3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Product B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285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3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180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285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3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295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285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3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310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285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3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785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285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1393386"/>
                  </a:ext>
                </a:extLst>
              </a:tr>
              <a:tr h="64122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3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Product C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285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3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190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285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3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205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285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3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300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285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3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695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285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9273235"/>
                  </a:ext>
                </a:extLst>
              </a:tr>
              <a:tr h="64122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3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Product D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285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3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210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285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3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270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285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3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260</a:t>
                      </a:r>
                      <a:endParaRPr lang="en-US" sz="5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285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3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740</a:t>
                      </a:r>
                      <a:endParaRPr lang="en-US" sz="5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2857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70326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7746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98E2BB5D-0E54-0DF2-1BF7-D064BBA41E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55772813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469167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34</Words>
  <Application>Microsoft Office PowerPoint</Application>
  <PresentationFormat>Widescreen</PresentationFormat>
  <Paragraphs>27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Aptos Narrow</vt:lpstr>
      <vt:lpstr>Arial</vt:lpstr>
      <vt:lpstr>Calibri</vt:lpstr>
      <vt:lpstr>Office Theme</vt:lpstr>
      <vt:lpstr>PowerPoint Presentation</vt:lpstr>
      <vt:lpstr>Sales 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Geo Wong</dc:creator>
  <cp:lastModifiedBy>Geo Wong</cp:lastModifiedBy>
  <cp:revision>7</cp:revision>
  <dcterms:created xsi:type="dcterms:W3CDTF">2025-12-30T10:58:32Z</dcterms:created>
  <dcterms:modified xsi:type="dcterms:W3CDTF">2025-12-30T11:03:55Z</dcterms:modified>
</cp:coreProperties>
</file>